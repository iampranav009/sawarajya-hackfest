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0" r:id="rId5"/>
    <p:sldId id="262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FB1B-EC31-2D57-C097-F53F72C52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0E81B-DC3C-6690-24BB-F08DB04CD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FA481-AF1C-ECCA-84A0-154B3029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A67DE-72EF-29DA-6283-049332F5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CA05A-7A50-1FF5-3E80-248E4E76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81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E817-A82E-2357-2172-14625E8F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0E618-9D6B-434A-202F-205B7C8BC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66D56-60D0-E0CD-C27C-4DB14287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A9312-3D07-02EE-517F-1518E8A9D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C4F5B-F0D3-FAD6-1456-B6FAE40B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68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3730-8C66-1537-B10A-31EFD4AB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3570B-4674-4016-1D3B-C5574285A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EC9CB-CBDB-C4F6-0D47-A2F987F1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038E4-7334-8313-10AA-9F36171D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BF9FB-CBC5-1577-AA41-7C5B182B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96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12427-2E95-D0BA-B3CD-3D8999B6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DB4BA-12EA-A9F2-FFB3-88C0B63F4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015F5-6A2F-EB90-28D7-6D6B16F7E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3F485-3BF0-3DB1-B80B-3D4A30D8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C2BAA-435A-758D-941A-9A3BAC06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2C109-98A1-B1D7-FF23-5DF5E830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6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E537-6CB4-D1B2-F030-DDEDF415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E42-75DD-5025-DB07-B9A646598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5EBDB-3F74-8460-AC99-E0A47FD54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AECDF-B59C-DF61-DACD-1B4BB326C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A334C-6516-C764-9310-190245D22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ABBD2-D36B-3415-8CF7-C7D46DFD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EE50E9-D31E-42D3-6D94-30F3A088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7F5FD-550F-5005-5FBA-836DF566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118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0915-FE85-25E6-C416-E3E5197AE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71EF5-59C3-5B1F-A320-5679ACDD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3186D-ABE2-D863-B8B3-5AAB803D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F1148-1C3C-5865-3E8B-D56E5A13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53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BEB83-90FA-13CD-01AA-B463AE87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DA584A-7D67-1AA3-36CF-36A699149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389B7-618C-12C6-E559-2E57BA45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64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6925-0794-B7ED-5F16-C8C00693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EA8EC-FCFE-2A7E-52D3-25ED71108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3AEF6-3841-008A-4C13-E7B1C9A92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30E9-3339-8783-0054-7C22AE419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6DD2A-E0A4-B252-92AF-6C047528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E445A-AA17-81AE-10EB-93B6B241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96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67F5-F493-17B5-369F-6B5386FCA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46A89-6EAB-FD4C-5FE5-3A6E0646D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37466-617C-D475-3F69-91DE1DB3C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6F019-B9E3-5099-DD94-D631A28F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D1C44-E58A-D938-410C-475ACBAB0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854CF-5C55-45C5-EB28-784F8B7D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710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FBBE-779E-D626-4575-F0050B11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C633A-9C63-FBE4-DD48-825B359F3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7E51F-1444-18C3-474B-4DC4F172A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ABF44-FAEA-5AAB-D3A0-C1A64A0A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CA582-8C50-456D-7A80-5BA85331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69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6073A-AD0E-5F8E-9308-79A1FEC4E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FA17C-0CB0-B3E8-453D-41517EBE2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31938-D64B-A2D0-EBE7-453512D1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D2431-7A16-1D8B-B197-B4BBBB34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1A6BA-BB60-2601-862E-994E8F00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79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FABBF-9FB6-A29C-5348-374BFB4D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8CB8E-8E67-62EB-76BF-1A6583212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157AC-4AB5-7764-E9BA-B4BE56D5D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9850E-4172-4F3B-AA41-32B0DAA0E85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EBFBB-D570-EED7-CC5C-873785628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3DCE5-2C82-5A60-6DFB-9EE609343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9655D-13FC-4FCE-8EA4-AA322E5AF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1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C5791F-063A-3F0E-B018-9FF8B995D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C4B52A-D87B-D102-B626-440998E80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865" y="317927"/>
            <a:ext cx="6859230" cy="23318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F68169-E66E-B49F-3097-27B6134062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23" y="859455"/>
            <a:ext cx="2234642" cy="1251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8B3A53-126A-6A39-43AA-69A79841C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6789" y="293211"/>
            <a:ext cx="2381250" cy="23812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851895D-9821-1D99-1C75-24214AD65B23}"/>
              </a:ext>
            </a:extLst>
          </p:cNvPr>
          <p:cNvSpPr txBox="1"/>
          <p:nvPr/>
        </p:nvSpPr>
        <p:spPr>
          <a:xfrm>
            <a:off x="1812693" y="3854314"/>
            <a:ext cx="6174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0" i="0" dirty="0">
                <a:solidFill>
                  <a:schemeClr val="bg1"/>
                </a:solidFill>
                <a:effectLst/>
                <a:latin typeface="Blackadder ITC" panose="04020505051007020D02" pitchFamily="82" charset="0"/>
              </a:rPr>
              <a:t>Team Name :-</a:t>
            </a:r>
            <a:endParaRPr lang="en-IN" sz="4000" dirty="0">
              <a:solidFill>
                <a:schemeClr val="bg1"/>
              </a:solidFill>
              <a:latin typeface="Blackadder ITC" panose="04020505051007020D02" pitchFamily="8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CECFB1-F53C-5336-C339-371D731F494C}"/>
              </a:ext>
            </a:extLst>
          </p:cNvPr>
          <p:cNvCxnSpPr/>
          <p:nvPr/>
        </p:nvCxnSpPr>
        <p:spPr>
          <a:xfrm>
            <a:off x="1907459" y="4473677"/>
            <a:ext cx="9085006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609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827A0-E905-31D4-2462-B27C94F8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9A26A1-7283-F3DF-94D5-5867D1C8EB75}"/>
              </a:ext>
            </a:extLst>
          </p:cNvPr>
          <p:cNvSpPr txBox="1"/>
          <p:nvPr/>
        </p:nvSpPr>
        <p:spPr>
          <a:xfrm>
            <a:off x="3151240" y="778895"/>
            <a:ext cx="62041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0" i="0" dirty="0">
                <a:effectLst/>
                <a:latin typeface="Arial Black" panose="020B0A04020102020204" pitchFamily="34" charset="0"/>
              </a:rPr>
              <a:t>Team Details :-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3B1BD-F34C-E7BD-65D2-49B7EE9CDAAB}"/>
              </a:ext>
            </a:extLst>
          </p:cNvPr>
          <p:cNvSpPr txBox="1"/>
          <p:nvPr/>
        </p:nvSpPr>
        <p:spPr>
          <a:xfrm>
            <a:off x="1386348" y="2005347"/>
            <a:ext cx="4532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 Black" panose="020B0A04020102020204" pitchFamily="34" charset="0"/>
              </a:rPr>
              <a:t>Team Leader – Name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74D60-C60F-49F0-B137-BF2611B369CD}"/>
              </a:ext>
            </a:extLst>
          </p:cNvPr>
          <p:cNvSpPr txBox="1"/>
          <p:nvPr/>
        </p:nvSpPr>
        <p:spPr>
          <a:xfrm>
            <a:off x="1386348" y="2374679"/>
            <a:ext cx="4532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 Black" panose="020B0A04020102020204" pitchFamily="34" charset="0"/>
              </a:rPr>
              <a:t>Member 1 :– Name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265DE-873B-0708-4F8F-B78887BC0FC5}"/>
              </a:ext>
            </a:extLst>
          </p:cNvPr>
          <p:cNvSpPr txBox="1"/>
          <p:nvPr/>
        </p:nvSpPr>
        <p:spPr>
          <a:xfrm>
            <a:off x="1386348" y="2744011"/>
            <a:ext cx="4532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 Black" panose="020B0A04020102020204" pitchFamily="34" charset="0"/>
              </a:rPr>
              <a:t>Member 2 :– Name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6BFB00-1C2A-E658-857C-03CDBFFCCC06}"/>
              </a:ext>
            </a:extLst>
          </p:cNvPr>
          <p:cNvSpPr txBox="1"/>
          <p:nvPr/>
        </p:nvSpPr>
        <p:spPr>
          <a:xfrm>
            <a:off x="1386348" y="3113343"/>
            <a:ext cx="4532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 Black" panose="020B0A04020102020204" pitchFamily="34" charset="0"/>
              </a:rPr>
              <a:t>Member 3 :– Name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6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A94B6-F163-F09E-CAB5-93C646C16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9341" y="5642392"/>
            <a:ext cx="1230347" cy="9681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34BE49-E1A7-E543-88E1-0F66967AD5AE}"/>
              </a:ext>
            </a:extLst>
          </p:cNvPr>
          <p:cNvSpPr txBox="1"/>
          <p:nvPr/>
        </p:nvSpPr>
        <p:spPr>
          <a:xfrm>
            <a:off x="11550103" y="6541673"/>
            <a:ext cx="853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JDIET</a:t>
            </a:r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5037A-4BA1-0D9F-4A1B-A7713786400C}"/>
              </a:ext>
            </a:extLst>
          </p:cNvPr>
          <p:cNvSpPr txBox="1"/>
          <p:nvPr/>
        </p:nvSpPr>
        <p:spPr>
          <a:xfrm>
            <a:off x="3303638" y="747252"/>
            <a:ext cx="6204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Problem Statement :-</a:t>
            </a:r>
            <a:endParaRPr lang="en-IN" sz="4000" dirty="0">
              <a:effectLst/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A48E1A-4012-3064-D8EC-7FD6AF94D451}"/>
              </a:ext>
            </a:extLst>
          </p:cNvPr>
          <p:cNvSpPr txBox="1"/>
          <p:nvPr/>
        </p:nvSpPr>
        <p:spPr>
          <a:xfrm>
            <a:off x="1091381" y="1932264"/>
            <a:ext cx="323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0" dirty="0">
                <a:effectLst/>
                <a:latin typeface="Arial Black" panose="020B0A04020102020204" pitchFamily="34" charset="0"/>
              </a:rPr>
              <a:t>Explain clearly :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5DE34-D2D8-BA2E-11B8-2FC8269F3D84}"/>
              </a:ext>
            </a:extLst>
          </p:cNvPr>
          <p:cNvSpPr txBox="1"/>
          <p:nvPr/>
        </p:nvSpPr>
        <p:spPr>
          <a:xfrm>
            <a:off x="1735393" y="2501723"/>
            <a:ext cx="313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What is the problem?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5DEC2-C31B-957D-1DA2-6ED17BC42234}"/>
              </a:ext>
            </a:extLst>
          </p:cNvPr>
          <p:cNvSpPr txBox="1"/>
          <p:nvPr/>
        </p:nvSpPr>
        <p:spPr>
          <a:xfrm>
            <a:off x="1735393" y="2978849"/>
            <a:ext cx="313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Who is affected?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C2E28F-A3BA-31F3-2D2A-8B23DF38A043}"/>
              </a:ext>
            </a:extLst>
          </p:cNvPr>
          <p:cNvSpPr txBox="1"/>
          <p:nvPr/>
        </p:nvSpPr>
        <p:spPr>
          <a:xfrm>
            <a:off x="1735393" y="3409010"/>
            <a:ext cx="313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Why is it important?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2366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8FD7-DD76-9466-1DEB-68A0C4CE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17F4EB-A29A-1C32-1CAE-1B9884416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2" y="5778910"/>
            <a:ext cx="1152218" cy="1152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9B936C-7119-7B3B-5BDA-0143C78C5360}"/>
              </a:ext>
            </a:extLst>
          </p:cNvPr>
          <p:cNvSpPr txBox="1"/>
          <p:nvPr/>
        </p:nvSpPr>
        <p:spPr>
          <a:xfrm>
            <a:off x="3303638" y="747252"/>
            <a:ext cx="6204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0" dirty="0">
                <a:effectLst/>
                <a:latin typeface="Arial Black" panose="020B0A04020102020204" pitchFamily="34" charset="0"/>
              </a:rPr>
              <a:t>Proposed Solution :-</a:t>
            </a:r>
            <a:endParaRPr lang="en-IN" sz="4000" dirty="0">
              <a:effectLst/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720FF-3350-7CA7-D8FB-E7F57388B30C}"/>
              </a:ext>
            </a:extLst>
          </p:cNvPr>
          <p:cNvSpPr txBox="1"/>
          <p:nvPr/>
        </p:nvSpPr>
        <p:spPr>
          <a:xfrm>
            <a:off x="1735392" y="2501723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What solution are you building?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9DF692-58B9-3C13-AE86-8BE94D16289D}"/>
              </a:ext>
            </a:extLst>
          </p:cNvPr>
          <p:cNvSpPr txBox="1"/>
          <p:nvPr/>
        </p:nvSpPr>
        <p:spPr>
          <a:xfrm>
            <a:off x="1735392" y="2910420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How does it solve the problem?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20D68C-A5CC-1BE6-4D99-ABCC3659E973}"/>
              </a:ext>
            </a:extLst>
          </p:cNvPr>
          <p:cNvSpPr txBox="1"/>
          <p:nvPr/>
        </p:nvSpPr>
        <p:spPr>
          <a:xfrm>
            <a:off x="1735391" y="3319117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What makes it unique?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92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BE14-5BE1-AB32-1802-D628EBB92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5BBB0B-9505-B3C5-46F9-6A83A567B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2" y="5778910"/>
            <a:ext cx="1152218" cy="11522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7A90F7-BD0F-5EC2-88C0-8012B15C94B4}"/>
              </a:ext>
            </a:extLst>
          </p:cNvPr>
          <p:cNvSpPr txBox="1"/>
          <p:nvPr/>
        </p:nvSpPr>
        <p:spPr>
          <a:xfrm>
            <a:off x="3303638" y="747252"/>
            <a:ext cx="6204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0" dirty="0">
                <a:effectLst/>
                <a:latin typeface="Arial Black" panose="020B0A04020102020204" pitchFamily="34" charset="0"/>
              </a:rPr>
              <a:t>Technology Stack :-</a:t>
            </a:r>
            <a:endParaRPr lang="en-IN" sz="4000" dirty="0">
              <a:effectLst/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56E5E-73F2-B35D-A811-7DB243F54DA7}"/>
              </a:ext>
            </a:extLst>
          </p:cNvPr>
          <p:cNvSpPr txBox="1"/>
          <p:nvPr/>
        </p:nvSpPr>
        <p:spPr>
          <a:xfrm>
            <a:off x="1735392" y="2501723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Frontend: React / Flutter Flow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44F20-E9E1-62D8-E59F-915DC0D27A19}"/>
              </a:ext>
            </a:extLst>
          </p:cNvPr>
          <p:cNvSpPr txBox="1"/>
          <p:nvPr/>
        </p:nvSpPr>
        <p:spPr>
          <a:xfrm>
            <a:off x="1735391" y="2871055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Backend: Node.js / Django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4A5A1-919C-0F56-6DF6-18D4BF7C51C7}"/>
              </a:ext>
            </a:extLst>
          </p:cNvPr>
          <p:cNvSpPr txBox="1"/>
          <p:nvPr/>
        </p:nvSpPr>
        <p:spPr>
          <a:xfrm>
            <a:off x="1735390" y="3248282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Database: MongoDB / Firebase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931A5-D468-62DC-A037-BC27721FB520}"/>
              </a:ext>
            </a:extLst>
          </p:cNvPr>
          <p:cNvSpPr txBox="1"/>
          <p:nvPr/>
        </p:nvSpPr>
        <p:spPr>
          <a:xfrm>
            <a:off x="1735390" y="3609719"/>
            <a:ext cx="4232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AI Tools: GitHub Copilot, AWS Kiro, etc.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14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40D2-9D24-0564-3FB6-344AA5BC3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D334F7-7A8F-23B6-81F2-590BE6227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2" y="5778910"/>
            <a:ext cx="1152218" cy="11522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38FB21-8285-30BF-DAE0-BF8A12335807}"/>
              </a:ext>
            </a:extLst>
          </p:cNvPr>
          <p:cNvSpPr txBox="1"/>
          <p:nvPr/>
        </p:nvSpPr>
        <p:spPr>
          <a:xfrm>
            <a:off x="3303638" y="747252"/>
            <a:ext cx="6204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0" dirty="0">
                <a:effectLst/>
                <a:latin typeface="Arial Black" panose="020B0A04020102020204" pitchFamily="34" charset="0"/>
              </a:rPr>
              <a:t>Key Features :-</a:t>
            </a:r>
            <a:endParaRPr lang="en-IN" sz="4000" dirty="0">
              <a:effectLst/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E089F-18F4-CA43-EB5A-5004EB343849}"/>
              </a:ext>
            </a:extLst>
          </p:cNvPr>
          <p:cNvSpPr txBox="1"/>
          <p:nvPr/>
        </p:nvSpPr>
        <p:spPr>
          <a:xfrm>
            <a:off x="1735392" y="2501723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Feature 1 – Real-time monitoring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61ADD-641B-B4C1-8648-78B35CE8CECA}"/>
              </a:ext>
            </a:extLst>
          </p:cNvPr>
          <p:cNvSpPr txBox="1"/>
          <p:nvPr/>
        </p:nvSpPr>
        <p:spPr>
          <a:xfrm>
            <a:off x="1735391" y="2871055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Feature 2 – Smart notifications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DECB7-D99C-37B4-36A8-06B1F28D7F19}"/>
              </a:ext>
            </a:extLst>
          </p:cNvPr>
          <p:cNvSpPr txBox="1"/>
          <p:nvPr/>
        </p:nvSpPr>
        <p:spPr>
          <a:xfrm>
            <a:off x="1735390" y="3248282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Feature 3 – Cloud integration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63650-8158-713E-49AA-D520919AEED6}"/>
              </a:ext>
            </a:extLst>
          </p:cNvPr>
          <p:cNvSpPr txBox="1"/>
          <p:nvPr/>
        </p:nvSpPr>
        <p:spPr>
          <a:xfrm>
            <a:off x="1735389" y="3625509"/>
            <a:ext cx="4458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Feature 4 – User friendly dashboard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9BAC5-B2BC-4D49-3EFC-3A87D720699F}"/>
              </a:ext>
            </a:extLst>
          </p:cNvPr>
          <p:cNvSpPr txBox="1"/>
          <p:nvPr/>
        </p:nvSpPr>
        <p:spPr>
          <a:xfrm>
            <a:off x="1735389" y="4010631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Feature 5 – Secure authentication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831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CEE7C-FF15-0EBB-B9B1-B8A931A0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A3B4A0-1859-234E-1BD8-A11E548D5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782" y="5778910"/>
            <a:ext cx="1152218" cy="11522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8E224F-F61E-99DE-942F-359B20EB4DEA}"/>
              </a:ext>
            </a:extLst>
          </p:cNvPr>
          <p:cNvSpPr txBox="1"/>
          <p:nvPr/>
        </p:nvSpPr>
        <p:spPr>
          <a:xfrm>
            <a:off x="3303638" y="747252"/>
            <a:ext cx="6204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0" dirty="0">
                <a:effectLst/>
                <a:latin typeface="Arial Black" panose="020B0A04020102020204" pitchFamily="34" charset="0"/>
              </a:rPr>
              <a:t>Future Scope :-</a:t>
            </a:r>
            <a:endParaRPr lang="en-IN" sz="4000" dirty="0">
              <a:effectLst/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687C1-EB56-E927-C120-F930ADD115A8}"/>
              </a:ext>
            </a:extLst>
          </p:cNvPr>
          <p:cNvSpPr txBox="1"/>
          <p:nvPr/>
        </p:nvSpPr>
        <p:spPr>
          <a:xfrm>
            <a:off x="1735392" y="2501723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AI integration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7BD28-16A0-1065-990B-3A1280EF8D84}"/>
              </a:ext>
            </a:extLst>
          </p:cNvPr>
          <p:cNvSpPr txBox="1"/>
          <p:nvPr/>
        </p:nvSpPr>
        <p:spPr>
          <a:xfrm>
            <a:off x="1735392" y="2871055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Mobile app version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96A61-390A-13BC-C830-D3EBA1BCEB45}"/>
              </a:ext>
            </a:extLst>
          </p:cNvPr>
          <p:cNvSpPr txBox="1"/>
          <p:nvPr/>
        </p:nvSpPr>
        <p:spPr>
          <a:xfrm>
            <a:off x="1735391" y="3220758"/>
            <a:ext cx="383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</a:rPr>
              <a:t>Scaling to enterprise level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6F335-18E2-0EFA-E130-D238F01A584F}"/>
              </a:ext>
            </a:extLst>
          </p:cNvPr>
          <p:cNvSpPr txBox="1"/>
          <p:nvPr/>
        </p:nvSpPr>
        <p:spPr>
          <a:xfrm>
            <a:off x="1735390" y="3538511"/>
            <a:ext cx="455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Integration with multiple cloud providers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507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DBD9-CD28-1E04-AC05-4FE880903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606391-AD32-2D1F-DAED-714D519FF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83974A-C936-9D89-7D6C-2A26F62F2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052" y="305084"/>
            <a:ext cx="4489656" cy="15262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9694BA-1061-1CFF-A6DD-A4087F3B6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673" y="5299587"/>
            <a:ext cx="1558413" cy="15584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8BA98D4-8B43-7AE1-7521-115CF1AAB4F4}"/>
              </a:ext>
            </a:extLst>
          </p:cNvPr>
          <p:cNvSpPr txBox="1"/>
          <p:nvPr/>
        </p:nvSpPr>
        <p:spPr>
          <a:xfrm>
            <a:off x="3264310" y="2979175"/>
            <a:ext cx="76333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 Black" panose="020B0A04020102020204" pitchFamily="34" charset="0"/>
              </a:rPr>
              <a:t>T</a:t>
            </a:r>
            <a:r>
              <a:rPr lang="en-IN" sz="7200" dirty="0">
                <a:solidFill>
                  <a:schemeClr val="bg1"/>
                </a:solidFill>
                <a:latin typeface="Arial Black" panose="020B0A04020102020204" pitchFamily="34" charset="0"/>
              </a:rPr>
              <a:t>HANK YOU</a:t>
            </a:r>
          </a:p>
        </p:txBody>
      </p:sp>
    </p:spTree>
    <p:extLst>
      <p:ext uri="{BB962C8B-B14F-4D97-AF65-F5344CB8AC3E}">
        <p14:creationId xmlns:p14="http://schemas.microsoft.com/office/powerpoint/2010/main" val="328030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145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Blackadder ITC</vt:lpstr>
      <vt:lpstr>Calibri</vt:lpstr>
      <vt:lpstr>Calibri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Aayush Waghade</dc:creator>
  <cp:lastModifiedBy>Aayush Waghade</cp:lastModifiedBy>
  <cp:revision>3</cp:revision>
  <dcterms:created xsi:type="dcterms:W3CDTF">2026-03-14T12:15:26Z</dcterms:created>
  <dcterms:modified xsi:type="dcterms:W3CDTF">2026-03-14T13:06:01Z</dcterms:modified>
</cp:coreProperties>
</file>